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2"/>
  </p:notesMasterIdLst>
  <p:sldIdLst>
    <p:sldId id="256" r:id="rId2"/>
    <p:sldId id="260" r:id="rId3"/>
    <p:sldId id="327" r:id="rId4"/>
    <p:sldId id="323" r:id="rId5"/>
    <p:sldId id="324" r:id="rId6"/>
    <p:sldId id="328" r:id="rId7"/>
    <p:sldId id="329" r:id="rId8"/>
    <p:sldId id="330" r:id="rId9"/>
    <p:sldId id="331" r:id="rId10"/>
    <p:sldId id="290" r:id="rId11"/>
  </p:sldIdLst>
  <p:sldSz cx="9144000" cy="5143500" type="screen16x9"/>
  <p:notesSz cx="9866313" cy="6735763"/>
  <p:embeddedFontLst>
    <p:embeddedFont>
      <p:font typeface="Anaheim" pitchFamily="2" charset="77"/>
      <p:regular r:id="rId13"/>
      <p:bold r:id="rId14"/>
    </p:embeddedFont>
    <p:embeddedFont>
      <p:font typeface="DM Sans" pitchFamily="2" charset="77"/>
      <p:regular r:id="rId15"/>
      <p:bold r:id="rId16"/>
      <p:italic r:id="rId17"/>
      <p:boldItalic r:id="rId18"/>
    </p:embeddedFont>
    <p:embeddedFont>
      <p:font typeface="Hind" panose="02000000000000000000" pitchFamily="2" charset="77"/>
      <p:regular r:id="rId19"/>
      <p:bold r:id="rId20"/>
    </p:embeddedFont>
    <p:embeddedFont>
      <p:font typeface="Inter" panose="02000503000000020004" pitchFamily="2" charset="0"/>
      <p:regular r:id="rId21"/>
      <p:bold r:id="rId22"/>
      <p:italic r:id="rId23"/>
      <p:boldItalic r:id="rId24"/>
    </p:embeddedFont>
    <p:embeddedFont>
      <p:font typeface="Inter Medium" panose="02000503000000020004" pitchFamily="2" charset="0"/>
      <p:regular r:id="rId25"/>
      <p:bold r:id="rId26"/>
      <p:italic r:id="rId27"/>
      <p:boldItalic r:id="rId28"/>
    </p:embeddedFont>
    <p:embeddedFont>
      <p:font typeface="Inter SemiBold" panose="02000503000000020004" pitchFamily="2" charset="0"/>
      <p:regular r:id="rId29"/>
      <p:bold r:id="rId30"/>
      <p:italic r:id="rId31"/>
      <p:boldItalic r:id="rId32"/>
    </p:embeddedFont>
    <p:embeddedFont>
      <p:font typeface="Wix Madefor Display Medium" panose="020B0503020203020203" pitchFamily="34" charset="77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4D53AC-4813-436E-8762-7C27C4B50809}">
  <a:tblStyle styleId="{0B4D53AC-4813-436E-8762-7C27C4B508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18"/>
  </p:normalViewPr>
  <p:slideViewPr>
    <p:cSldViewPr snapToGrid="0">
      <p:cViewPr varScale="1">
        <p:scale>
          <a:sx n="155" d="100"/>
          <a:sy n="155" d="100"/>
        </p:scale>
        <p:origin x="192" y="-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4dfce81f19_0_45:notes"/>
          <p:cNvSpPr txBox="1">
            <a:spLocks noGrp="1"/>
          </p:cNvSpPr>
          <p:nvPr>
            <p:ph type="body" idx="1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54dda1946d_6_308:notes"/>
          <p:cNvSpPr txBox="1">
            <a:spLocks noGrp="1"/>
          </p:cNvSpPr>
          <p:nvPr>
            <p:ph type="body" idx="1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Notes: My notes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>
          <a:extLst>
            <a:ext uri="{FF2B5EF4-FFF2-40B4-BE49-F238E27FC236}">
              <a16:creationId xmlns:a16="http://schemas.microsoft.com/office/drawing/2014/main" id="{3DD8571B-9DC8-E51C-A10B-77B7D3C23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d431007ba2_0_215:notes">
            <a:extLst>
              <a:ext uri="{FF2B5EF4-FFF2-40B4-BE49-F238E27FC236}">
                <a16:creationId xmlns:a16="http://schemas.microsoft.com/office/drawing/2014/main" id="{5199A512-13BA-251A-25CC-2AABFE403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d431007ba2_0_215:notes">
            <a:extLst>
              <a:ext uri="{FF2B5EF4-FFF2-40B4-BE49-F238E27FC236}">
                <a16:creationId xmlns:a16="http://schemas.microsoft.com/office/drawing/2014/main" id="{D144E87A-4D97-D67C-A4A3-A6386628D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521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>
          <a:extLst>
            <a:ext uri="{FF2B5EF4-FFF2-40B4-BE49-F238E27FC236}">
              <a16:creationId xmlns:a16="http://schemas.microsoft.com/office/drawing/2014/main" id="{FF6F6FBF-8589-95D1-A4BC-AE99C9A4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54dda1946d_6_344:notes">
            <a:extLst>
              <a:ext uri="{FF2B5EF4-FFF2-40B4-BE49-F238E27FC236}">
                <a16:creationId xmlns:a16="http://schemas.microsoft.com/office/drawing/2014/main" id="{35EAC4CD-D22C-89A4-317B-9AD8D6E5DB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54dda1946d_6_344:notes">
            <a:extLst>
              <a:ext uri="{FF2B5EF4-FFF2-40B4-BE49-F238E27FC236}">
                <a16:creationId xmlns:a16="http://schemas.microsoft.com/office/drawing/2014/main" id="{CFA97F84-C6F4-0A5A-7442-5A243B643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8637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>
          <a:extLst>
            <a:ext uri="{FF2B5EF4-FFF2-40B4-BE49-F238E27FC236}">
              <a16:creationId xmlns:a16="http://schemas.microsoft.com/office/drawing/2014/main" id="{C0D87AB1-C865-A9BF-B338-8F600DFE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54dda1946d_6_358:notes">
            <a:extLst>
              <a:ext uri="{FF2B5EF4-FFF2-40B4-BE49-F238E27FC236}">
                <a16:creationId xmlns:a16="http://schemas.microsoft.com/office/drawing/2014/main" id="{B6DA2935-79B2-118E-36D3-7C90339F6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54dda1946d_6_358:notes">
            <a:extLst>
              <a:ext uri="{FF2B5EF4-FFF2-40B4-BE49-F238E27FC236}">
                <a16:creationId xmlns:a16="http://schemas.microsoft.com/office/drawing/2014/main" id="{FF9B7F0F-DC29-4325-EB1B-25D785BE7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118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791B94F1-7F74-116D-6FEF-62331E9E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6_308:notes">
            <a:extLst>
              <a:ext uri="{FF2B5EF4-FFF2-40B4-BE49-F238E27FC236}">
                <a16:creationId xmlns:a16="http://schemas.microsoft.com/office/drawing/2014/main" id="{1555210E-AD8C-04A7-9AE8-7BFC39CD2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54dda1946d_6_308:notes">
            <a:extLst>
              <a:ext uri="{FF2B5EF4-FFF2-40B4-BE49-F238E27FC236}">
                <a16:creationId xmlns:a16="http://schemas.microsoft.com/office/drawing/2014/main" id="{361FFA7C-86A0-E263-1239-5CD9964F9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Notes: My notes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6850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>
          <a:extLst>
            <a:ext uri="{FF2B5EF4-FFF2-40B4-BE49-F238E27FC236}">
              <a16:creationId xmlns:a16="http://schemas.microsoft.com/office/drawing/2014/main" id="{60B3156B-FCBC-0581-C475-AB659FD3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d431007ba2_0_215:notes">
            <a:extLst>
              <a:ext uri="{FF2B5EF4-FFF2-40B4-BE49-F238E27FC236}">
                <a16:creationId xmlns:a16="http://schemas.microsoft.com/office/drawing/2014/main" id="{38EDB027-C7E4-ABAB-1A94-85609000A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d431007ba2_0_215:notes">
            <a:extLst>
              <a:ext uri="{FF2B5EF4-FFF2-40B4-BE49-F238E27FC236}">
                <a16:creationId xmlns:a16="http://schemas.microsoft.com/office/drawing/2014/main" id="{C2EDF336-418C-C986-F49F-1168DA4540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5671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>
          <a:extLst>
            <a:ext uri="{FF2B5EF4-FFF2-40B4-BE49-F238E27FC236}">
              <a16:creationId xmlns:a16="http://schemas.microsoft.com/office/drawing/2014/main" id="{9C1870E3-398F-AC4D-9BBD-193D85A1E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54dda1946d_6_344:notes">
            <a:extLst>
              <a:ext uri="{FF2B5EF4-FFF2-40B4-BE49-F238E27FC236}">
                <a16:creationId xmlns:a16="http://schemas.microsoft.com/office/drawing/2014/main" id="{0F89B88F-526F-6371-6329-67303632B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54dda1946d_6_344:notes">
            <a:extLst>
              <a:ext uri="{FF2B5EF4-FFF2-40B4-BE49-F238E27FC236}">
                <a16:creationId xmlns:a16="http://schemas.microsoft.com/office/drawing/2014/main" id="{DE6510B5-DF39-5CAD-266C-F4F1DCA0EA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086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>
          <a:extLst>
            <a:ext uri="{FF2B5EF4-FFF2-40B4-BE49-F238E27FC236}">
              <a16:creationId xmlns:a16="http://schemas.microsoft.com/office/drawing/2014/main" id="{78F86F1A-579E-68A1-DFFA-1B3C834DA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54dda1946d_6_358:notes">
            <a:extLst>
              <a:ext uri="{FF2B5EF4-FFF2-40B4-BE49-F238E27FC236}">
                <a16:creationId xmlns:a16="http://schemas.microsoft.com/office/drawing/2014/main" id="{18D0B359-901F-6BE0-FE64-8018352B1E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54dda1946d_6_358:notes">
            <a:extLst>
              <a:ext uri="{FF2B5EF4-FFF2-40B4-BE49-F238E27FC236}">
                <a16:creationId xmlns:a16="http://schemas.microsoft.com/office/drawing/2014/main" id="{BDA1B055-C723-78AF-A56F-8D91AC4FD1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408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098803"/>
            <a:ext cx="9143998" cy="2020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90500" y="1017750"/>
            <a:ext cx="6363000" cy="22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-"/>
              <a:defRPr sz="7000">
                <a:latin typeface="Wix Madefor Display Medium"/>
                <a:ea typeface="Wix Madefor Display Medium"/>
                <a:cs typeface="Wix Madefor Display Medium"/>
                <a:sym typeface="Wix Madefor Display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-"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-"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-"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-"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-"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-"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-"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Char char="-"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54950" y="3622950"/>
            <a:ext cx="2834100" cy="7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202725" y="-745600"/>
            <a:ext cx="11290099" cy="6595150"/>
            <a:chOff x="-1202725" y="-745600"/>
            <a:chExt cx="11290099" cy="6595150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1202725" y="1902350"/>
              <a:ext cx="2284449" cy="2284449"/>
              <a:chOff x="-1264450" y="1752750"/>
              <a:chExt cx="2284449" cy="2284449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-1264450" y="1752750"/>
                <a:ext cx="2284449" cy="2284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" name="Google Shape;15;p2"/>
              <p:cNvSpPr/>
              <p:nvPr/>
            </p:nvSpPr>
            <p:spPr>
              <a:xfrm>
                <a:off x="-864726" y="2152474"/>
                <a:ext cx="1485000" cy="1485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42888" dist="19050" dir="5400000" algn="bl" rotWithShape="0">
                  <a:schemeClr val="lt2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7802925" y="-649500"/>
              <a:ext cx="2284449" cy="2284449"/>
              <a:chOff x="7871475" y="-827825"/>
              <a:chExt cx="2284449" cy="2284449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871475" y="-827825"/>
                <a:ext cx="2284449" cy="2284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" name="Google Shape;18;p2"/>
              <p:cNvSpPr/>
              <p:nvPr/>
            </p:nvSpPr>
            <p:spPr>
              <a:xfrm>
                <a:off x="8271199" y="-428101"/>
                <a:ext cx="1485000" cy="1485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42888" dist="19050" dir="5400000" algn="bl" rotWithShape="0">
                  <a:schemeClr val="lt2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  <p:sp>
          <p:nvSpPr>
            <p:cNvPr id="19" name="Google Shape;19;p2"/>
            <p:cNvSpPr/>
            <p:nvPr/>
          </p:nvSpPr>
          <p:spPr>
            <a:xfrm>
              <a:off x="8297449" y="4364549"/>
              <a:ext cx="1485000" cy="1485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2888" dist="19050" dir="5400000" algn="bl" rotWithShape="0">
                <a:schemeClr val="lt2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68700" y="-745600"/>
              <a:ext cx="1033200" cy="103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2888" dist="19050" dir="5400000" algn="bl" rotWithShape="0">
                <a:schemeClr val="lt2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-89875" y="-185150"/>
            <a:ext cx="9233863" cy="5584675"/>
            <a:chOff x="-89875" y="-185150"/>
            <a:chExt cx="9233863" cy="5584675"/>
          </a:xfrm>
        </p:grpSpPr>
        <p:sp>
          <p:nvSpPr>
            <p:cNvPr id="22" name="Google Shape;22;p2"/>
            <p:cNvSpPr/>
            <p:nvPr/>
          </p:nvSpPr>
          <p:spPr>
            <a:xfrm>
              <a:off x="69950" y="445980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372450" y="-18515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460288" y="229745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315025" y="4535525"/>
              <a:ext cx="864000" cy="864000"/>
            </a:xfrm>
            <a:prstGeom prst="mathPlus">
              <a:avLst>
                <a:gd name="adj1" fmla="val 2352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72750" y="66275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297450" y="144475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53650" y="404390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89875" y="377610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941203"/>
            <a:ext cx="9143998" cy="20207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3"/>
          <p:cNvGrpSpPr/>
          <p:nvPr/>
        </p:nvGrpSpPr>
        <p:grpSpPr>
          <a:xfrm>
            <a:off x="-1070300" y="-742025"/>
            <a:ext cx="11379674" cy="6578375"/>
            <a:chOff x="-1070300" y="-742025"/>
            <a:chExt cx="11379674" cy="6578375"/>
          </a:xfrm>
        </p:grpSpPr>
        <p:grpSp>
          <p:nvGrpSpPr>
            <p:cNvPr id="33" name="Google Shape;33;p3"/>
            <p:cNvGrpSpPr/>
            <p:nvPr/>
          </p:nvGrpSpPr>
          <p:grpSpPr>
            <a:xfrm>
              <a:off x="-1070300" y="369050"/>
              <a:ext cx="2284449" cy="2284449"/>
              <a:chOff x="-1264450" y="1752750"/>
              <a:chExt cx="2284449" cy="2284449"/>
            </a:xfrm>
          </p:grpSpPr>
          <p:pic>
            <p:nvPicPr>
              <p:cNvPr id="34" name="Google Shape;34;p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-1264450" y="1752750"/>
                <a:ext cx="2284449" cy="2284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" name="Google Shape;35;p3"/>
              <p:cNvSpPr/>
              <p:nvPr/>
            </p:nvSpPr>
            <p:spPr>
              <a:xfrm>
                <a:off x="-864726" y="2152474"/>
                <a:ext cx="1485000" cy="1485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42888" dist="19050" dir="5400000" algn="bl" rotWithShape="0">
                  <a:schemeClr val="lt2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>
              <a:off x="8024925" y="2787475"/>
              <a:ext cx="2284449" cy="2284449"/>
              <a:chOff x="-1264450" y="1752750"/>
              <a:chExt cx="2284449" cy="2284449"/>
            </a:xfrm>
          </p:grpSpPr>
          <p:pic>
            <p:nvPicPr>
              <p:cNvPr id="37" name="Google Shape;37;p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-1264450" y="1752750"/>
                <a:ext cx="2284449" cy="2284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" name="Google Shape;38;p3"/>
              <p:cNvSpPr/>
              <p:nvPr/>
            </p:nvSpPr>
            <p:spPr>
              <a:xfrm>
                <a:off x="-864726" y="2152474"/>
                <a:ext cx="1485000" cy="1485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42888" dist="19050" dir="5400000" algn="bl" rotWithShape="0">
                  <a:schemeClr val="lt2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  <p:sp>
          <p:nvSpPr>
            <p:cNvPr id="39" name="Google Shape;39;p3"/>
            <p:cNvSpPr/>
            <p:nvPr/>
          </p:nvSpPr>
          <p:spPr>
            <a:xfrm>
              <a:off x="7248975" y="-742025"/>
              <a:ext cx="1033200" cy="103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2888" dist="19050" dir="5400000" algn="bl" rotWithShape="0">
                <a:schemeClr val="lt2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780625" y="4803150"/>
              <a:ext cx="1033200" cy="103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2888" dist="19050" dir="5400000" algn="bl" rotWithShape="0">
                <a:schemeClr val="lt2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</p:grpSp>
      <p:sp>
        <p:nvSpPr>
          <p:cNvPr id="41" name="Google Shape;41;p3"/>
          <p:cNvSpPr txBox="1">
            <a:spLocks noGrp="1"/>
          </p:cNvSpPr>
          <p:nvPr>
            <p:ph type="title"/>
          </p:nvPr>
        </p:nvSpPr>
        <p:spPr>
          <a:xfrm>
            <a:off x="2038200" y="2566625"/>
            <a:ext cx="5067600" cy="107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title" idx="2" hasCustomPrompt="1"/>
          </p:nvPr>
        </p:nvSpPr>
        <p:spPr>
          <a:xfrm>
            <a:off x="4039500" y="1085325"/>
            <a:ext cx="10650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3"/>
          <p:cNvSpPr txBox="1">
            <a:spLocks noGrp="1"/>
          </p:cNvSpPr>
          <p:nvPr>
            <p:ph type="subTitle" idx="1"/>
          </p:nvPr>
        </p:nvSpPr>
        <p:spPr>
          <a:xfrm>
            <a:off x="2038200" y="3672425"/>
            <a:ext cx="50676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3"/>
          <p:cNvGrpSpPr/>
          <p:nvPr/>
        </p:nvGrpSpPr>
        <p:grpSpPr>
          <a:xfrm>
            <a:off x="371375" y="146825"/>
            <a:ext cx="7989463" cy="4799025"/>
            <a:chOff x="371375" y="146825"/>
            <a:chExt cx="7989463" cy="4799025"/>
          </a:xfrm>
        </p:grpSpPr>
        <p:sp>
          <p:nvSpPr>
            <p:cNvPr id="45" name="Google Shape;45;p3"/>
            <p:cNvSpPr/>
            <p:nvPr/>
          </p:nvSpPr>
          <p:spPr>
            <a:xfrm>
              <a:off x="7677138" y="3427875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rgbClr val="77BEE0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371375" y="146825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rgbClr val="CFE7EF">
                <a:alpha val="28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7172750" y="426215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rgbClr val="CFE7EF">
                <a:alpha val="28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465828"/>
            <a:ext cx="9143998" cy="20207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3"/>
          <p:cNvGrpSpPr/>
          <p:nvPr/>
        </p:nvGrpSpPr>
        <p:grpSpPr>
          <a:xfrm>
            <a:off x="-508350" y="-1026673"/>
            <a:ext cx="9325317" cy="4919798"/>
            <a:chOff x="-508350" y="-1026673"/>
            <a:chExt cx="9325317" cy="4919798"/>
          </a:xfrm>
        </p:grpSpPr>
        <p:sp>
          <p:nvSpPr>
            <p:cNvPr id="146" name="Google Shape;146;p13"/>
            <p:cNvSpPr/>
            <p:nvPr/>
          </p:nvSpPr>
          <p:spPr>
            <a:xfrm>
              <a:off x="-508350" y="2859925"/>
              <a:ext cx="1033200" cy="103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2888" dist="19050" dir="5400000" algn="bl" rotWithShape="0">
                <a:schemeClr val="lt2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grpSp>
          <p:nvGrpSpPr>
            <p:cNvPr id="147" name="Google Shape;147;p13"/>
            <p:cNvGrpSpPr/>
            <p:nvPr/>
          </p:nvGrpSpPr>
          <p:grpSpPr>
            <a:xfrm>
              <a:off x="7237271" y="-1026673"/>
              <a:ext cx="1579697" cy="1579925"/>
              <a:chOff x="-1264450" y="1752750"/>
              <a:chExt cx="2284449" cy="2284449"/>
            </a:xfrm>
          </p:grpSpPr>
          <p:pic>
            <p:nvPicPr>
              <p:cNvPr id="148" name="Google Shape;148;p1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-1264450" y="1752750"/>
                <a:ext cx="2284449" cy="2284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" name="Google Shape;149;p13"/>
              <p:cNvSpPr/>
              <p:nvPr/>
            </p:nvSpPr>
            <p:spPr>
              <a:xfrm>
                <a:off x="-864726" y="2152474"/>
                <a:ext cx="1485000" cy="1485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42888" dist="19050" dir="5400000" algn="bl" rotWithShape="0">
                  <a:schemeClr val="lt2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</p:grpSp>
      <p:sp>
        <p:nvSpPr>
          <p:cNvPr id="150" name="Google Shape;15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1"/>
          </p:nvPr>
        </p:nvSpPr>
        <p:spPr>
          <a:xfrm>
            <a:off x="720000" y="214650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2"/>
          </p:nvPr>
        </p:nvSpPr>
        <p:spPr>
          <a:xfrm>
            <a:off x="3419250" y="214650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3"/>
          </p:nvPr>
        </p:nvSpPr>
        <p:spPr>
          <a:xfrm>
            <a:off x="720000" y="389312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subTitle" idx="4"/>
          </p:nvPr>
        </p:nvSpPr>
        <p:spPr>
          <a:xfrm>
            <a:off x="3419250" y="389312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subTitle" idx="5"/>
          </p:nvPr>
        </p:nvSpPr>
        <p:spPr>
          <a:xfrm>
            <a:off x="6118549" y="214650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subTitle" idx="6"/>
          </p:nvPr>
        </p:nvSpPr>
        <p:spPr>
          <a:xfrm>
            <a:off x="6118549" y="389312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351070"/>
            <a:ext cx="734700" cy="18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latin typeface="Hind"/>
                <a:ea typeface="Hind"/>
                <a:cs typeface="Hind"/>
                <a:sym typeface="Hi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8" name="Google Shape;158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3096177"/>
            <a:ext cx="734700" cy="18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latin typeface="Hind"/>
                <a:ea typeface="Hind"/>
                <a:cs typeface="Hind"/>
                <a:sym typeface="Hi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50" y="1351070"/>
            <a:ext cx="734700" cy="18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latin typeface="Hind"/>
                <a:ea typeface="Hind"/>
                <a:cs typeface="Hind"/>
                <a:sym typeface="Hi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50" y="3096177"/>
            <a:ext cx="734700" cy="18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latin typeface="Hind"/>
                <a:ea typeface="Hind"/>
                <a:cs typeface="Hind"/>
                <a:sym typeface="Hi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1" name="Google Shape;161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49" y="1351070"/>
            <a:ext cx="734700" cy="18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latin typeface="Hind"/>
                <a:ea typeface="Hind"/>
                <a:cs typeface="Hind"/>
                <a:sym typeface="Hi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49" y="3096177"/>
            <a:ext cx="734700" cy="18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latin typeface="Hind"/>
                <a:ea typeface="Hind"/>
                <a:cs typeface="Hind"/>
                <a:sym typeface="Hi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16"/>
          </p:nvPr>
        </p:nvSpPr>
        <p:spPr>
          <a:xfrm>
            <a:off x="720000" y="183333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subTitle" idx="17"/>
          </p:nvPr>
        </p:nvSpPr>
        <p:spPr>
          <a:xfrm>
            <a:off x="3419250" y="183333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18"/>
          </p:nvPr>
        </p:nvSpPr>
        <p:spPr>
          <a:xfrm>
            <a:off x="6118549" y="183333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19"/>
          </p:nvPr>
        </p:nvSpPr>
        <p:spPr>
          <a:xfrm>
            <a:off x="720000" y="357943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20"/>
          </p:nvPr>
        </p:nvSpPr>
        <p:spPr>
          <a:xfrm>
            <a:off x="3419250" y="357943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21"/>
          </p:nvPr>
        </p:nvSpPr>
        <p:spPr>
          <a:xfrm>
            <a:off x="6118549" y="357943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5"/>
          <p:cNvPicPr preferRelativeResize="0"/>
          <p:nvPr/>
        </p:nvPicPr>
        <p:blipFill rotWithShape="1">
          <a:blip r:embed="rId2">
            <a:alphaModFix/>
          </a:blip>
          <a:srcRect l="39068"/>
          <a:stretch/>
        </p:blipFill>
        <p:spPr>
          <a:xfrm rot="5400000">
            <a:off x="-2558163" y="1558637"/>
            <a:ext cx="5571675" cy="2020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5"/>
          <p:cNvGrpSpPr/>
          <p:nvPr/>
        </p:nvGrpSpPr>
        <p:grpSpPr>
          <a:xfrm>
            <a:off x="4881325" y="777725"/>
            <a:ext cx="5608849" cy="5018179"/>
            <a:chOff x="4881325" y="777725"/>
            <a:chExt cx="5608849" cy="5018179"/>
          </a:xfrm>
        </p:grpSpPr>
        <p:grpSp>
          <p:nvGrpSpPr>
            <p:cNvPr id="184" name="Google Shape;184;p15"/>
            <p:cNvGrpSpPr/>
            <p:nvPr/>
          </p:nvGrpSpPr>
          <p:grpSpPr>
            <a:xfrm>
              <a:off x="8205725" y="777725"/>
              <a:ext cx="2284449" cy="2284449"/>
              <a:chOff x="-1264450" y="1752750"/>
              <a:chExt cx="2284449" cy="2284449"/>
            </a:xfrm>
          </p:grpSpPr>
          <p:pic>
            <p:nvPicPr>
              <p:cNvPr id="185" name="Google Shape;185;p1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-1264450" y="1752750"/>
                <a:ext cx="2284449" cy="2284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6" name="Google Shape;186;p15"/>
              <p:cNvSpPr/>
              <p:nvPr/>
            </p:nvSpPr>
            <p:spPr>
              <a:xfrm>
                <a:off x="-864726" y="2152474"/>
                <a:ext cx="1485000" cy="1485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42888" dist="19050" dir="5400000" algn="bl" rotWithShape="0">
                  <a:schemeClr val="lt2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  <p:sp>
          <p:nvSpPr>
            <p:cNvPr id="187" name="Google Shape;187;p15"/>
            <p:cNvSpPr/>
            <p:nvPr/>
          </p:nvSpPr>
          <p:spPr>
            <a:xfrm>
              <a:off x="4881325" y="4604004"/>
              <a:ext cx="1191900" cy="1191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2888" dist="19050" dir="5400000" algn="bl" rotWithShape="0">
                <a:schemeClr val="lt2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</p:grpSp>
      <p:grpSp>
        <p:nvGrpSpPr>
          <p:cNvPr id="188" name="Google Shape;188;p15"/>
          <p:cNvGrpSpPr/>
          <p:nvPr/>
        </p:nvGrpSpPr>
        <p:grpSpPr>
          <a:xfrm>
            <a:off x="-114175" y="41725"/>
            <a:ext cx="9181375" cy="5101775"/>
            <a:chOff x="-114175" y="41725"/>
            <a:chExt cx="9181375" cy="5101775"/>
          </a:xfrm>
        </p:grpSpPr>
        <p:sp>
          <p:nvSpPr>
            <p:cNvPr id="189" name="Google Shape;189;p15"/>
            <p:cNvSpPr/>
            <p:nvPr/>
          </p:nvSpPr>
          <p:spPr>
            <a:xfrm>
              <a:off x="8383500" y="53385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642475" y="426215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177825" y="3665875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7776600" y="41725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-114175" y="445980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</p:grpSp>
      <p:sp>
        <p:nvSpPr>
          <p:cNvPr id="194" name="Google Shape;194;p15"/>
          <p:cNvSpPr txBox="1">
            <a:spLocks noGrp="1"/>
          </p:cNvSpPr>
          <p:nvPr>
            <p:ph type="title"/>
          </p:nvPr>
        </p:nvSpPr>
        <p:spPr>
          <a:xfrm>
            <a:off x="4518688" y="801148"/>
            <a:ext cx="3519600" cy="25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5"/>
          <p:cNvSpPr txBox="1">
            <a:spLocks noGrp="1"/>
          </p:cNvSpPr>
          <p:nvPr>
            <p:ph type="subTitle" idx="1"/>
          </p:nvPr>
        </p:nvSpPr>
        <p:spPr>
          <a:xfrm>
            <a:off x="4518688" y="3379338"/>
            <a:ext cx="3519600" cy="9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002403"/>
            <a:ext cx="9143998" cy="2020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3"/>
          <p:cNvSpPr txBox="1">
            <a:spLocks noGrp="1"/>
          </p:cNvSpPr>
          <p:nvPr>
            <p:ph type="subTitle" idx="1"/>
          </p:nvPr>
        </p:nvSpPr>
        <p:spPr>
          <a:xfrm>
            <a:off x="937625" y="3137443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3"/>
          <p:cNvSpPr txBox="1">
            <a:spLocks noGrp="1"/>
          </p:cNvSpPr>
          <p:nvPr>
            <p:ph type="subTitle" idx="2"/>
          </p:nvPr>
        </p:nvSpPr>
        <p:spPr>
          <a:xfrm>
            <a:off x="3484348" y="3137443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3"/>
          <p:cNvSpPr txBox="1">
            <a:spLocks noGrp="1"/>
          </p:cNvSpPr>
          <p:nvPr>
            <p:ph type="subTitle" idx="3"/>
          </p:nvPr>
        </p:nvSpPr>
        <p:spPr>
          <a:xfrm>
            <a:off x="6031075" y="3137443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3"/>
          <p:cNvSpPr txBox="1">
            <a:spLocks noGrp="1"/>
          </p:cNvSpPr>
          <p:nvPr>
            <p:ph type="subTitle" idx="4"/>
          </p:nvPr>
        </p:nvSpPr>
        <p:spPr>
          <a:xfrm>
            <a:off x="937625" y="2602974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7" name="Google Shape;277;p23"/>
          <p:cNvSpPr txBox="1">
            <a:spLocks noGrp="1"/>
          </p:cNvSpPr>
          <p:nvPr>
            <p:ph type="subTitle" idx="5"/>
          </p:nvPr>
        </p:nvSpPr>
        <p:spPr>
          <a:xfrm>
            <a:off x="3484352" y="2602974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8" name="Google Shape;278;p23"/>
          <p:cNvSpPr txBox="1">
            <a:spLocks noGrp="1"/>
          </p:cNvSpPr>
          <p:nvPr>
            <p:ph type="subTitle" idx="6"/>
          </p:nvPr>
        </p:nvSpPr>
        <p:spPr>
          <a:xfrm>
            <a:off x="6031075" y="2602974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79" name="Google Shape;279;p23"/>
          <p:cNvGrpSpPr/>
          <p:nvPr/>
        </p:nvGrpSpPr>
        <p:grpSpPr>
          <a:xfrm>
            <a:off x="-1294883" y="406951"/>
            <a:ext cx="11470969" cy="4427369"/>
            <a:chOff x="-1294883" y="406951"/>
            <a:chExt cx="11470969" cy="4427369"/>
          </a:xfrm>
        </p:grpSpPr>
        <p:grpSp>
          <p:nvGrpSpPr>
            <p:cNvPr id="280" name="Google Shape;280;p23"/>
            <p:cNvGrpSpPr/>
            <p:nvPr/>
          </p:nvGrpSpPr>
          <p:grpSpPr>
            <a:xfrm>
              <a:off x="-1294883" y="3089001"/>
              <a:ext cx="1745319" cy="1745319"/>
              <a:chOff x="-1264450" y="1752750"/>
              <a:chExt cx="2284449" cy="2284449"/>
            </a:xfrm>
          </p:grpSpPr>
          <p:pic>
            <p:nvPicPr>
              <p:cNvPr id="281" name="Google Shape;281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-1264450" y="1752750"/>
                <a:ext cx="2284449" cy="2284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2" name="Google Shape;282;p23"/>
              <p:cNvSpPr/>
              <p:nvPr/>
            </p:nvSpPr>
            <p:spPr>
              <a:xfrm>
                <a:off x="-864726" y="2152474"/>
                <a:ext cx="1485000" cy="1485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42888" dist="19050" dir="5400000" algn="bl" rotWithShape="0">
                  <a:schemeClr val="lt2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  <p:grpSp>
          <p:nvGrpSpPr>
            <p:cNvPr id="283" name="Google Shape;283;p23"/>
            <p:cNvGrpSpPr/>
            <p:nvPr/>
          </p:nvGrpSpPr>
          <p:grpSpPr>
            <a:xfrm>
              <a:off x="8430767" y="406951"/>
              <a:ext cx="1745319" cy="1745319"/>
              <a:chOff x="-1264450" y="1752750"/>
              <a:chExt cx="2284449" cy="2284449"/>
            </a:xfrm>
          </p:grpSpPr>
          <p:pic>
            <p:nvPicPr>
              <p:cNvPr id="284" name="Google Shape;284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-1264450" y="1752750"/>
                <a:ext cx="2284449" cy="2284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5" name="Google Shape;285;p23"/>
              <p:cNvSpPr/>
              <p:nvPr/>
            </p:nvSpPr>
            <p:spPr>
              <a:xfrm>
                <a:off x="-864726" y="2152474"/>
                <a:ext cx="1485000" cy="1485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42888" dist="19050" dir="5400000" algn="bl" rotWithShape="0">
                  <a:schemeClr val="lt2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oogle Shape;410;p33"/>
          <p:cNvGrpSpPr/>
          <p:nvPr/>
        </p:nvGrpSpPr>
        <p:grpSpPr>
          <a:xfrm>
            <a:off x="-434475" y="-183800"/>
            <a:ext cx="2020725" cy="5623099"/>
            <a:chOff x="-434475" y="-183800"/>
            <a:chExt cx="2020725" cy="5623099"/>
          </a:xfrm>
        </p:grpSpPr>
        <p:pic>
          <p:nvPicPr>
            <p:cNvPr id="411" name="Google Shape;411;p33"/>
            <p:cNvPicPr preferRelativeResize="0"/>
            <p:nvPr/>
          </p:nvPicPr>
          <p:blipFill rotWithShape="1">
            <a:blip r:embed="rId2">
              <a:alphaModFix/>
            </a:blip>
            <a:srcRect l="22245" r="14141" b="17965"/>
            <a:stretch/>
          </p:blipFill>
          <p:spPr>
            <a:xfrm rot="5400000">
              <a:off x="-2444787" y="1826512"/>
              <a:ext cx="5623099" cy="160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33"/>
            <p:cNvPicPr preferRelativeResize="0"/>
            <p:nvPr/>
          </p:nvPicPr>
          <p:blipFill rotWithShape="1">
            <a:blip r:embed="rId3">
              <a:alphaModFix/>
            </a:blip>
            <a:srcRect r="43255"/>
            <a:stretch/>
          </p:blipFill>
          <p:spPr>
            <a:xfrm rot="5400000">
              <a:off x="-2018425" y="1583951"/>
              <a:ext cx="5188625" cy="2020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34"/>
          <p:cNvGrpSpPr/>
          <p:nvPr/>
        </p:nvGrpSpPr>
        <p:grpSpPr>
          <a:xfrm>
            <a:off x="7580875" y="125675"/>
            <a:ext cx="1996099" cy="4788300"/>
            <a:chOff x="7580875" y="125675"/>
            <a:chExt cx="1996099" cy="4788300"/>
          </a:xfrm>
        </p:grpSpPr>
        <p:sp>
          <p:nvSpPr>
            <p:cNvPr id="415" name="Google Shape;415;p34"/>
            <p:cNvSpPr/>
            <p:nvPr/>
          </p:nvSpPr>
          <p:spPr>
            <a:xfrm>
              <a:off x="7894000" y="125675"/>
              <a:ext cx="1157100" cy="1157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2888" dist="19050" dir="5400000" algn="bl" rotWithShape="0">
                <a:schemeClr val="lt2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grpSp>
          <p:nvGrpSpPr>
            <p:cNvPr id="416" name="Google Shape;416;p34"/>
            <p:cNvGrpSpPr/>
            <p:nvPr/>
          </p:nvGrpSpPr>
          <p:grpSpPr>
            <a:xfrm>
              <a:off x="7852215" y="2418284"/>
              <a:ext cx="1724759" cy="1724759"/>
              <a:chOff x="-1264450" y="1752750"/>
              <a:chExt cx="2284449" cy="2284449"/>
            </a:xfrm>
          </p:grpSpPr>
          <p:pic>
            <p:nvPicPr>
              <p:cNvPr id="417" name="Google Shape;417;p3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-1264450" y="1752750"/>
                <a:ext cx="2284449" cy="2284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8" name="Google Shape;418;p34"/>
              <p:cNvSpPr/>
              <p:nvPr/>
            </p:nvSpPr>
            <p:spPr>
              <a:xfrm>
                <a:off x="-864726" y="2152474"/>
                <a:ext cx="1485000" cy="1485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42888" dist="19050" dir="5400000" algn="bl" rotWithShape="0">
                  <a:schemeClr val="lt2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  <p:sp>
          <p:nvSpPr>
            <p:cNvPr id="419" name="Google Shape;419;p34"/>
            <p:cNvSpPr/>
            <p:nvPr/>
          </p:nvSpPr>
          <p:spPr>
            <a:xfrm>
              <a:off x="7580875" y="1451825"/>
              <a:ext cx="797400" cy="797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2888" dist="19050" dir="5400000" algn="bl" rotWithShape="0">
                <a:schemeClr val="lt2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8017850" y="4271975"/>
              <a:ext cx="642000" cy="64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2888" dist="19050" dir="5400000" algn="bl" rotWithShape="0">
                <a:schemeClr val="lt2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32"/>
          <p:cNvGrpSpPr/>
          <p:nvPr/>
        </p:nvGrpSpPr>
        <p:grpSpPr>
          <a:xfrm>
            <a:off x="-8348" y="-1271075"/>
            <a:ext cx="10020724" cy="6692165"/>
            <a:chOff x="-8348" y="-1271075"/>
            <a:chExt cx="10020724" cy="6692165"/>
          </a:xfrm>
        </p:grpSpPr>
        <p:pic>
          <p:nvPicPr>
            <p:cNvPr id="394" name="Google Shape;394;p32"/>
            <p:cNvPicPr preferRelativeResize="0"/>
            <p:nvPr/>
          </p:nvPicPr>
          <p:blipFill rotWithShape="1">
            <a:blip r:embed="rId2">
              <a:alphaModFix/>
            </a:blip>
            <a:srcRect b="55775"/>
            <a:stretch/>
          </p:blipFill>
          <p:spPr>
            <a:xfrm>
              <a:off x="3475" y="4527414"/>
              <a:ext cx="9143998" cy="893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8348" y="-1271075"/>
              <a:ext cx="10020724" cy="2020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xfrm>
            <a:off x="2347938" y="766388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32"/>
          <p:cNvSpPr txBox="1">
            <a:spLocks noGrp="1"/>
          </p:cNvSpPr>
          <p:nvPr>
            <p:ph type="subTitle" idx="1"/>
          </p:nvPr>
        </p:nvSpPr>
        <p:spPr>
          <a:xfrm>
            <a:off x="2347950" y="1698174"/>
            <a:ext cx="4448100" cy="11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2"/>
          <p:cNvSpPr txBox="1"/>
          <p:nvPr/>
        </p:nvSpPr>
        <p:spPr>
          <a:xfrm>
            <a:off x="2275975" y="3687150"/>
            <a:ext cx="4592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CREDITS: This presentation template was created by </a:t>
            </a:r>
            <a:r>
              <a:rPr lang="en" sz="1200" b="1" u="sng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,</a:t>
            </a:r>
            <a:r>
              <a:rPr lang="en" sz="12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 and includes icons by </a:t>
            </a:r>
            <a:r>
              <a:rPr lang="en" sz="1200" b="1" u="sng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,</a:t>
            </a:r>
            <a:r>
              <a:rPr lang="en" sz="12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 and infographics &amp; images by </a:t>
            </a:r>
            <a:r>
              <a:rPr lang="en" sz="1200" b="1" u="sng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 </a:t>
            </a:r>
            <a:endParaRPr sz="1200" u="sng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grpSp>
        <p:nvGrpSpPr>
          <p:cNvPr id="399" name="Google Shape;399;p32"/>
          <p:cNvGrpSpPr/>
          <p:nvPr/>
        </p:nvGrpSpPr>
        <p:grpSpPr>
          <a:xfrm>
            <a:off x="96925" y="-184950"/>
            <a:ext cx="9139200" cy="5255450"/>
            <a:chOff x="96925" y="-184950"/>
            <a:chExt cx="9139200" cy="5255450"/>
          </a:xfrm>
        </p:grpSpPr>
        <p:sp>
          <p:nvSpPr>
            <p:cNvPr id="400" name="Google Shape;400;p32"/>
            <p:cNvSpPr/>
            <p:nvPr/>
          </p:nvSpPr>
          <p:spPr>
            <a:xfrm>
              <a:off x="96925" y="365990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230600" y="438680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7992600" y="-18495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8552425" y="699550"/>
              <a:ext cx="683700" cy="683700"/>
            </a:xfrm>
            <a:prstGeom prst="mathPlus">
              <a:avLst>
                <a:gd name="adj1" fmla="val 2352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</p:grpSp>
      <p:grpSp>
        <p:nvGrpSpPr>
          <p:cNvPr id="404" name="Google Shape;404;p32"/>
          <p:cNvGrpSpPr/>
          <p:nvPr/>
        </p:nvGrpSpPr>
        <p:grpSpPr>
          <a:xfrm>
            <a:off x="713225" y="174588"/>
            <a:ext cx="9250574" cy="4118855"/>
            <a:chOff x="713225" y="174588"/>
            <a:chExt cx="9250574" cy="4118855"/>
          </a:xfrm>
        </p:grpSpPr>
        <p:sp>
          <p:nvSpPr>
            <p:cNvPr id="405" name="Google Shape;405;p32"/>
            <p:cNvSpPr/>
            <p:nvPr/>
          </p:nvSpPr>
          <p:spPr>
            <a:xfrm>
              <a:off x="713225" y="174588"/>
              <a:ext cx="892200" cy="89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2888" dist="19050" dir="5400000" algn="bl" rotWithShape="0">
                <a:schemeClr val="lt2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ind"/>
                <a:ea typeface="Hind"/>
                <a:cs typeface="Hind"/>
                <a:sym typeface="Hind"/>
              </a:endParaRPr>
            </a:p>
          </p:txBody>
        </p:sp>
        <p:grpSp>
          <p:nvGrpSpPr>
            <p:cNvPr id="406" name="Google Shape;406;p32"/>
            <p:cNvGrpSpPr/>
            <p:nvPr/>
          </p:nvGrpSpPr>
          <p:grpSpPr>
            <a:xfrm>
              <a:off x="8239040" y="2568684"/>
              <a:ext cx="1724759" cy="1724759"/>
              <a:chOff x="-1264450" y="1752750"/>
              <a:chExt cx="2284449" cy="2284449"/>
            </a:xfrm>
          </p:grpSpPr>
          <p:pic>
            <p:nvPicPr>
              <p:cNvPr id="407" name="Google Shape;407;p3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-1264450" y="1752750"/>
                <a:ext cx="2284449" cy="2284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8" name="Google Shape;408;p32"/>
              <p:cNvSpPr/>
              <p:nvPr/>
            </p:nvSpPr>
            <p:spPr>
              <a:xfrm>
                <a:off x="-864726" y="2152474"/>
                <a:ext cx="1485000" cy="1485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42888" dist="19050" dir="5400000" algn="bl" rotWithShape="0">
                  <a:schemeClr val="lt2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Hind"/>
                  <a:ea typeface="Hind"/>
                  <a:cs typeface="Hind"/>
                  <a:sym typeface="Hind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6301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 SemiBold"/>
              <a:buNone/>
              <a:defRPr sz="3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 SemiBold"/>
              <a:buNone/>
              <a:defRPr sz="3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 SemiBold"/>
              <a:buNone/>
              <a:defRPr sz="3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 SemiBold"/>
              <a:buNone/>
              <a:defRPr sz="3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 SemiBold"/>
              <a:buNone/>
              <a:defRPr sz="3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 SemiBold"/>
              <a:buNone/>
              <a:defRPr sz="3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 SemiBold"/>
              <a:buNone/>
              <a:defRPr sz="3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 SemiBold"/>
              <a:buNone/>
              <a:defRPr sz="3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nter SemiBold"/>
              <a:buNone/>
              <a:defRPr sz="3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ind"/>
              <a:buChar char="●"/>
              <a:defRPr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ind"/>
              <a:buChar char="○"/>
              <a:defRPr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ind"/>
              <a:buChar char="■"/>
              <a:defRPr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ind"/>
              <a:buChar char="●"/>
              <a:defRPr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ind"/>
              <a:buChar char="○"/>
              <a:defRPr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ind"/>
              <a:buChar char="■"/>
              <a:defRPr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ind"/>
              <a:buChar char="●"/>
              <a:defRPr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ind"/>
              <a:buChar char="○"/>
              <a:defRPr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ind"/>
              <a:buChar char="■"/>
              <a:defRPr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1" r:id="rId5"/>
    <p:sldLayoutId id="2147483669" r:id="rId6"/>
    <p:sldLayoutId id="2147483679" r:id="rId7"/>
    <p:sldLayoutId id="2147483680" r:id="rId8"/>
    <p:sldLayoutId id="214748368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L7Norway/FHIR-hackathon-2025-okt-i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 txBox="1">
            <a:spLocks noGrp="1"/>
          </p:cNvSpPr>
          <p:nvPr>
            <p:ph type="ctrTitle"/>
          </p:nvPr>
        </p:nvSpPr>
        <p:spPr>
          <a:xfrm>
            <a:off x="775607" y="1017750"/>
            <a:ext cx="7592786" cy="22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latin typeface="Inter SemiBold"/>
                <a:ea typeface="Inter SemiBold"/>
                <a:cs typeface="Inter SemiBold"/>
                <a:sym typeface="Inter SemiBold"/>
              </a:rPr>
              <a:t>Norwegian FHIR Hackathon</a:t>
            </a:r>
            <a:br>
              <a:rPr lang="en" sz="4000" dirty="0"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en" sz="4000" dirty="0">
                <a:latin typeface="Inter SemiBold"/>
                <a:ea typeface="Inter SemiBold"/>
                <a:cs typeface="Inter SemiBold"/>
                <a:sym typeface="Inter SemiBold"/>
              </a:rPr>
              <a:t>OKT Track Report</a:t>
            </a:r>
          </a:p>
          <a:p>
            <a:pPr marL="457200" lvl="0" indent="-419100" algn="ctr" rtl="0">
              <a:spcBef>
                <a:spcPts val="0"/>
              </a:spcBef>
              <a:spcAft>
                <a:spcPts val="0"/>
              </a:spcAft>
              <a:buSzPts val="3000"/>
              <a:buFont typeface="Inter SemiBold"/>
              <a:buChar char="-"/>
            </a:pPr>
            <a:r>
              <a:rPr lang="en" sz="3000" dirty="0" err="1">
                <a:latin typeface="Inter"/>
                <a:ea typeface="Inter"/>
                <a:cs typeface="Inter"/>
                <a:sym typeface="Inter"/>
              </a:rPr>
              <a:t>EHiN</a:t>
            </a:r>
            <a:r>
              <a:rPr lang="en" sz="3000" dirty="0">
                <a:latin typeface="Inter"/>
                <a:ea typeface="Inter"/>
                <a:cs typeface="Inter"/>
                <a:sym typeface="Inter"/>
              </a:rPr>
              <a:t>, 2025 November </a:t>
            </a:r>
            <a:r>
              <a:rPr lang="en" sz="3000" dirty="0">
                <a:latin typeface="Inter SemiBold"/>
                <a:ea typeface="Inter SemiBold"/>
                <a:cs typeface="Inter SemiBold"/>
                <a:sym typeface="Inter SemiBold"/>
              </a:rPr>
              <a:t>-</a:t>
            </a:r>
            <a:endParaRPr lang="en-US" sz="3000" dirty="0"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A24FA-02D2-8ACA-A47E-15378A807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4950" y="3347850"/>
            <a:ext cx="2834100" cy="777900"/>
          </a:xfrm>
        </p:spPr>
        <p:txBody>
          <a:bodyPr/>
          <a:lstStyle/>
          <a:p>
            <a:r>
              <a:rPr lang="en-US" sz="1400" dirty="0"/>
              <a:t>FHIR fagforum</a:t>
            </a:r>
          </a:p>
          <a:p>
            <a:r>
              <a:rPr lang="en-US" sz="1400" dirty="0"/>
              <a:t>HL7 Norge</a:t>
            </a:r>
          </a:p>
          <a:p>
            <a:r>
              <a:rPr lang="en-US" sz="1400" dirty="0"/>
              <a:t>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2"/>
          <p:cNvSpPr/>
          <p:nvPr/>
        </p:nvSpPr>
        <p:spPr>
          <a:xfrm>
            <a:off x="928475" y="1580525"/>
            <a:ext cx="515700" cy="515700"/>
          </a:xfrm>
          <a:prstGeom prst="mathPlus">
            <a:avLst>
              <a:gd name="adj1" fmla="val 23520"/>
            </a:avLst>
          </a:prstGeom>
          <a:solidFill>
            <a:srgbClr val="1977A4">
              <a:alpha val="14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88" name="Google Shape;488;p42"/>
          <p:cNvSpPr/>
          <p:nvPr/>
        </p:nvSpPr>
        <p:spPr>
          <a:xfrm>
            <a:off x="1315025" y="369050"/>
            <a:ext cx="683700" cy="683700"/>
          </a:xfrm>
          <a:prstGeom prst="mathPlus">
            <a:avLst>
              <a:gd name="adj1" fmla="val 23520"/>
            </a:avLst>
          </a:prstGeom>
          <a:solidFill>
            <a:srgbClr val="CFE7EF">
              <a:alpha val="287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8" name="Google Shape;452;p40">
            <a:extLst>
              <a:ext uri="{FF2B5EF4-FFF2-40B4-BE49-F238E27FC236}">
                <a16:creationId xmlns:a16="http://schemas.microsoft.com/office/drawing/2014/main" id="{3430F2C9-841A-33F5-58C7-F4AE3C6F3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The OKT Track</a:t>
            </a:r>
            <a:endParaRPr sz="3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7DD682-B907-613C-6054-8ADDE79A2743}"/>
              </a:ext>
            </a:extLst>
          </p:cNvPr>
          <p:cNvSpPr txBox="1"/>
          <p:nvPr/>
        </p:nvSpPr>
        <p:spPr>
          <a:xfrm>
            <a:off x="1575707" y="1285027"/>
            <a:ext cx="5943599" cy="281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OKT: </a:t>
            </a:r>
            <a:r>
              <a:rPr lang="en-US" sz="2000" b="1" dirty="0" err="1"/>
              <a:t>Oversikt</a:t>
            </a:r>
            <a:r>
              <a:rPr lang="en-US" sz="2000" b="1" dirty="0"/>
              <a:t> over </a:t>
            </a:r>
            <a:r>
              <a:rPr lang="en-US" sz="2000" b="1" dirty="0" err="1"/>
              <a:t>kommunale</a:t>
            </a:r>
            <a:r>
              <a:rPr lang="en-US" sz="2000" b="1" dirty="0"/>
              <a:t> </a:t>
            </a:r>
            <a:r>
              <a:rPr lang="en-US" sz="2000" b="1" dirty="0" err="1"/>
              <a:t>tjenester</a:t>
            </a: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Overview of municipal health services a patient receives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Designed and maintained by Norsk </a:t>
            </a:r>
            <a:r>
              <a:rPr lang="en-US" sz="1600" dirty="0" err="1"/>
              <a:t>helsenett</a:t>
            </a: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Hackathon track objectives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Test a FHIR implementation of an existing proprietary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Suggest a FHIR implementation to the service owner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Increase understanding of FHIR and the API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>
          <a:extLst>
            <a:ext uri="{FF2B5EF4-FFF2-40B4-BE49-F238E27FC236}">
              <a16:creationId xmlns:a16="http://schemas.microsoft.com/office/drawing/2014/main" id="{FB6F9189-B62C-930A-71E3-3B540A0B9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>
            <a:extLst>
              <a:ext uri="{FF2B5EF4-FFF2-40B4-BE49-F238E27FC236}">
                <a16:creationId xmlns:a16="http://schemas.microsoft.com/office/drawing/2014/main" id="{74ED0F5E-D215-FE2B-F217-6A04E907B1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Proprietary API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26C9D6-DCB1-F927-A95A-9211E39CB5B9}"/>
              </a:ext>
            </a:extLst>
          </p:cNvPr>
          <p:cNvSpPr txBox="1"/>
          <p:nvPr/>
        </p:nvSpPr>
        <p:spPr>
          <a:xfrm>
            <a:off x="530530" y="1115221"/>
            <a:ext cx="7703999" cy="1247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Documentation from Norsk </a:t>
            </a:r>
            <a:r>
              <a:rPr lang="en-US" sz="2000" b="1" dirty="0" err="1"/>
              <a:t>helsenett</a:t>
            </a:r>
            <a:endParaRPr lang="en-US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Default </a:t>
            </a:r>
            <a:r>
              <a:rPr lang="en-US" sz="1600" dirty="0" err="1"/>
              <a:t>OpenAPI</a:t>
            </a:r>
            <a:r>
              <a:rPr lang="en-US" sz="1600" dirty="0"/>
              <a:t> documentation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28E111-3DD5-3968-6BFF-5573AD7EA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159" y="1285027"/>
            <a:ext cx="3665841" cy="385847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2DC4515-066A-E3B1-1E15-718BAFB2D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154" y="2099388"/>
            <a:ext cx="2848419" cy="30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74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>
          <a:extLst>
            <a:ext uri="{FF2B5EF4-FFF2-40B4-BE49-F238E27FC236}">
              <a16:creationId xmlns:a16="http://schemas.microsoft.com/office/drawing/2014/main" id="{70659076-5C90-170A-82E0-8987E270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6">
            <a:extLst>
              <a:ext uri="{FF2B5EF4-FFF2-40B4-BE49-F238E27FC236}">
                <a16:creationId xmlns:a16="http://schemas.microsoft.com/office/drawing/2014/main" id="{7AB286CE-4892-3C96-26F6-60046AE1FC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dirty="0"/>
              <a:t>Hackathon Preparations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2FA2EE-E005-0CEB-7F91-E9B70EDDE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7" y="2933172"/>
            <a:ext cx="8794145" cy="20116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17F101-8648-10FA-618E-63B30458128E}"/>
              </a:ext>
            </a:extLst>
          </p:cNvPr>
          <p:cNvSpPr txBox="1"/>
          <p:nvPr/>
        </p:nvSpPr>
        <p:spPr>
          <a:xfrm>
            <a:off x="720000" y="1285027"/>
            <a:ext cx="77039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Draft Implementation Guide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Logical models of the source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Selected resource candidates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Suggestions mapping data elements to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Several proposals for further discussion</a:t>
            </a:r>
          </a:p>
        </p:txBody>
      </p:sp>
    </p:spTree>
    <p:extLst>
      <p:ext uri="{BB962C8B-B14F-4D97-AF65-F5344CB8AC3E}">
        <p14:creationId xmlns:p14="http://schemas.microsoft.com/office/powerpoint/2010/main" val="540355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>
          <a:extLst>
            <a:ext uri="{FF2B5EF4-FFF2-40B4-BE49-F238E27FC236}">
              <a16:creationId xmlns:a16="http://schemas.microsoft.com/office/drawing/2014/main" id="{42963D15-EA19-98D9-704F-1C9A0EEC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2;p40">
            <a:extLst>
              <a:ext uri="{FF2B5EF4-FFF2-40B4-BE49-F238E27FC236}">
                <a16:creationId xmlns:a16="http://schemas.microsoft.com/office/drawing/2014/main" id="{51B0A48C-FE2D-96A7-468E-CBD7C0CA54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Discussions at the Hackathon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0F300-A3E5-497C-3449-616B1A90D81C}"/>
              </a:ext>
            </a:extLst>
          </p:cNvPr>
          <p:cNvSpPr txBox="1"/>
          <p:nvPr/>
        </p:nvSpPr>
        <p:spPr>
          <a:xfrm>
            <a:off x="720000" y="1285027"/>
            <a:ext cx="77039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Participants from data provider, consumer, and service owner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Diverse backgrounds, both medical and technical</a:t>
            </a:r>
          </a:p>
          <a:p>
            <a:endParaRPr lang="en-US" sz="2000" dirty="0"/>
          </a:p>
          <a:p>
            <a:r>
              <a:rPr lang="en-US" sz="2000" b="1" dirty="0"/>
              <a:t>Lessons learned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Important to scope the discussion:</a:t>
            </a:r>
            <a:br>
              <a:rPr lang="en-US" sz="2000" dirty="0"/>
            </a:br>
            <a:r>
              <a:rPr lang="en-US" sz="2000" dirty="0"/>
              <a:t>Mapping the present state or extending 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 a common understanding of the meaning of concepts in care delivery and the scope of resources</a:t>
            </a:r>
          </a:p>
        </p:txBody>
      </p:sp>
    </p:spTree>
    <p:extLst>
      <p:ext uri="{BB962C8B-B14F-4D97-AF65-F5344CB8AC3E}">
        <p14:creationId xmlns:p14="http://schemas.microsoft.com/office/powerpoint/2010/main" val="3952804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>
          <a:extLst>
            <a:ext uri="{FF2B5EF4-FFF2-40B4-BE49-F238E27FC236}">
              <a16:creationId xmlns:a16="http://schemas.microsoft.com/office/drawing/2014/main" id="{31C3B3C1-FD8C-D4D0-E8A0-2A9CCA7D4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2">
            <a:extLst>
              <a:ext uri="{FF2B5EF4-FFF2-40B4-BE49-F238E27FC236}">
                <a16:creationId xmlns:a16="http://schemas.microsoft.com/office/drawing/2014/main" id="{CC7D8812-6DF4-F7D0-F6A8-6E9F85D78A95}"/>
              </a:ext>
            </a:extLst>
          </p:cNvPr>
          <p:cNvSpPr/>
          <p:nvPr/>
        </p:nvSpPr>
        <p:spPr>
          <a:xfrm>
            <a:off x="928475" y="1580525"/>
            <a:ext cx="515700" cy="515700"/>
          </a:xfrm>
          <a:prstGeom prst="mathPlus">
            <a:avLst>
              <a:gd name="adj1" fmla="val 23520"/>
            </a:avLst>
          </a:prstGeom>
          <a:solidFill>
            <a:srgbClr val="1977A4">
              <a:alpha val="14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88" name="Google Shape;488;p42">
            <a:extLst>
              <a:ext uri="{FF2B5EF4-FFF2-40B4-BE49-F238E27FC236}">
                <a16:creationId xmlns:a16="http://schemas.microsoft.com/office/drawing/2014/main" id="{E757445A-6ECE-6450-0AE1-18497E85E671}"/>
              </a:ext>
            </a:extLst>
          </p:cNvPr>
          <p:cNvSpPr/>
          <p:nvPr/>
        </p:nvSpPr>
        <p:spPr>
          <a:xfrm>
            <a:off x="1315025" y="369050"/>
            <a:ext cx="683700" cy="683700"/>
          </a:xfrm>
          <a:prstGeom prst="mathPlus">
            <a:avLst>
              <a:gd name="adj1" fmla="val 23520"/>
            </a:avLst>
          </a:prstGeom>
          <a:solidFill>
            <a:srgbClr val="CFE7EF">
              <a:alpha val="287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8" name="Google Shape;452;p40">
            <a:extLst>
              <a:ext uri="{FF2B5EF4-FFF2-40B4-BE49-F238E27FC236}">
                <a16:creationId xmlns:a16="http://schemas.microsoft.com/office/drawing/2014/main" id="{7FAEB87A-50B9-B931-4243-2F9AC217E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Hackathon Achievements</a:t>
            </a:r>
            <a:endParaRPr sz="3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15C9D-DDA7-09E5-851C-CECA04FC589D}"/>
              </a:ext>
            </a:extLst>
          </p:cNvPr>
          <p:cNvSpPr txBox="1"/>
          <p:nvPr/>
        </p:nvSpPr>
        <p:spPr>
          <a:xfrm>
            <a:off x="1575707" y="1285027"/>
            <a:ext cx="5943599" cy="300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Narrowing the range of candidates </a:t>
            </a:r>
            <a:r>
              <a:rPr lang="en-US" sz="1600" dirty="0"/>
              <a:t>– Selected 2 of the 3 proposed resources for further investigation and testing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Fine-tuning the mappings </a:t>
            </a:r>
            <a:r>
              <a:rPr lang="en-US" sz="1600" dirty="0"/>
              <a:t>– Modified some fields to reflect medical content and actual use in the pilot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Common understanding of the content </a:t>
            </a:r>
            <a:r>
              <a:rPr lang="en-US" sz="1600" dirty="0"/>
              <a:t>– developed through discussion of the information in the OKT API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Demonstrated</a:t>
            </a:r>
            <a:r>
              <a:rPr lang="en-US" sz="1600" dirty="0"/>
              <a:t> how the hackathon model work for co-creating a model with stakeholder involvement</a:t>
            </a:r>
          </a:p>
        </p:txBody>
      </p:sp>
    </p:spTree>
    <p:extLst>
      <p:ext uri="{BB962C8B-B14F-4D97-AF65-F5344CB8AC3E}">
        <p14:creationId xmlns:p14="http://schemas.microsoft.com/office/powerpoint/2010/main" val="252739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>
          <a:extLst>
            <a:ext uri="{FF2B5EF4-FFF2-40B4-BE49-F238E27FC236}">
              <a16:creationId xmlns:a16="http://schemas.microsoft.com/office/drawing/2014/main" id="{530AC268-ACD4-467E-F099-D69E52FC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>
            <a:extLst>
              <a:ext uri="{FF2B5EF4-FFF2-40B4-BE49-F238E27FC236}">
                <a16:creationId xmlns:a16="http://schemas.microsoft.com/office/drawing/2014/main" id="{2E44F20D-49DD-D285-1028-FC54B9C65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After the Hackathon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18D9A-5294-777C-6FD3-E94A598A898C}"/>
              </a:ext>
            </a:extLst>
          </p:cNvPr>
          <p:cNvSpPr txBox="1"/>
          <p:nvPr/>
        </p:nvSpPr>
        <p:spPr>
          <a:xfrm>
            <a:off x="720001" y="1204751"/>
            <a:ext cx="7703999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Draft Implementation Guide remains available on GitHub:</a:t>
            </a:r>
            <a:br>
              <a:rPr lang="en-US" sz="1600" dirty="0"/>
            </a:br>
            <a:r>
              <a:rPr lang="en-US" sz="1600" dirty="0">
                <a:hlinkClick r:id="rId3"/>
              </a:rPr>
              <a:t>https://github.com/HL7Norway/FHIR-hackathon-2025-okt-ig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Open to contributions as GitHub Issues and PRs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Continued discussion with hackathon participants and HL7 Norway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022566-2C8E-83B1-0D79-0AC718488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986" y="3176699"/>
            <a:ext cx="3766443" cy="1577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4ED2AA-C708-DE43-15AA-51836FAD3A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" y="2915784"/>
            <a:ext cx="3643604" cy="166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89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>
          <a:extLst>
            <a:ext uri="{FF2B5EF4-FFF2-40B4-BE49-F238E27FC236}">
              <a16:creationId xmlns:a16="http://schemas.microsoft.com/office/drawing/2014/main" id="{77AE0ED0-3C10-40E7-C9E7-2B95445F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6">
            <a:extLst>
              <a:ext uri="{FF2B5EF4-FFF2-40B4-BE49-F238E27FC236}">
                <a16:creationId xmlns:a16="http://schemas.microsoft.com/office/drawing/2014/main" id="{01B891D4-9D9F-A4D9-C484-023560316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dirty="0"/>
              <a:t>Extending the OKT FHIR API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007EA0-DBC0-E1B9-678E-6391F31A2258}"/>
              </a:ext>
            </a:extLst>
          </p:cNvPr>
          <p:cNvSpPr txBox="1"/>
          <p:nvPr/>
        </p:nvSpPr>
        <p:spPr>
          <a:xfrm>
            <a:off x="720000" y="1285027"/>
            <a:ext cx="770399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Issues raised during the hackathon: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Add terminology for coded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How to ensure that data is updated, last changed vs. last refreshed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Where to store contact information</a:t>
            </a:r>
          </a:p>
          <a:p>
            <a:endParaRPr lang="en-US" sz="1600" dirty="0"/>
          </a:p>
          <a:p>
            <a:r>
              <a:rPr lang="en-US" sz="2000" b="1" dirty="0"/>
              <a:t>The process – Follow the steps used for the hackathon: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Identify missing data based on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Extend the logical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Choose potential FHIR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Map data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Discuss and validate proposals in hackathons and with TSC in HL7 Norway</a:t>
            </a:r>
          </a:p>
        </p:txBody>
      </p:sp>
    </p:spTree>
    <p:extLst>
      <p:ext uri="{BB962C8B-B14F-4D97-AF65-F5344CB8AC3E}">
        <p14:creationId xmlns:p14="http://schemas.microsoft.com/office/powerpoint/2010/main" val="116913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>
          <a:extLst>
            <a:ext uri="{FF2B5EF4-FFF2-40B4-BE49-F238E27FC236}">
              <a16:creationId xmlns:a16="http://schemas.microsoft.com/office/drawing/2014/main" id="{849B7309-FF69-B5DB-D8B4-3B6DB612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2;p40">
            <a:extLst>
              <a:ext uri="{FF2B5EF4-FFF2-40B4-BE49-F238E27FC236}">
                <a16:creationId xmlns:a16="http://schemas.microsoft.com/office/drawing/2014/main" id="{76630713-6205-039E-210E-86F00E1AA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of the OKT FHIR API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92D1E-B0B3-EEB3-B95B-BEAB2ADEB73A}"/>
              </a:ext>
            </a:extLst>
          </p:cNvPr>
          <p:cNvSpPr txBox="1"/>
          <p:nvPr/>
        </p:nvSpPr>
        <p:spPr>
          <a:xfrm>
            <a:off x="720000" y="1647492"/>
            <a:ext cx="7703999" cy="142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Implementation is the decision of the service owner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draft Implementation Guide is available for reuse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Forums for discussion can include HL7 Norway and </a:t>
            </a:r>
            <a:r>
              <a:rPr lang="en-US" sz="2000" dirty="0" err="1"/>
              <a:t>Bedredelt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9243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2"/>
          <p:cNvSpPr txBox="1"/>
          <p:nvPr/>
        </p:nvSpPr>
        <p:spPr>
          <a:xfrm>
            <a:off x="2496144" y="3199259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HL7 Norge </a:t>
            </a:r>
            <a:r>
              <a:rPr lang="en-US" sz="1200" dirty="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| FHIR fagforum | 2025-12-10</a:t>
            </a:r>
            <a:endParaRPr sz="1200" dirty="0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996" name="Google Shape;996;p72"/>
          <p:cNvSpPr/>
          <p:nvPr/>
        </p:nvSpPr>
        <p:spPr>
          <a:xfrm>
            <a:off x="1124600" y="4343600"/>
            <a:ext cx="683700" cy="683700"/>
          </a:xfrm>
          <a:prstGeom prst="mathPlus">
            <a:avLst>
              <a:gd name="adj1" fmla="val 2352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997" name="Google Shape;997;p72"/>
          <p:cNvSpPr/>
          <p:nvPr/>
        </p:nvSpPr>
        <p:spPr>
          <a:xfrm>
            <a:off x="7684925" y="766400"/>
            <a:ext cx="683700" cy="683700"/>
          </a:xfrm>
          <a:prstGeom prst="mathPlus">
            <a:avLst>
              <a:gd name="adj1" fmla="val 2352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ncial Management in Healthcare - Master of Science in Health Administration by Slidesgo">
  <a:themeElements>
    <a:clrScheme name="Simple Light">
      <a:dk1>
        <a:srgbClr val="0B3656"/>
      </a:dk1>
      <a:lt1>
        <a:srgbClr val="FFFFFF"/>
      </a:lt1>
      <a:dk2>
        <a:srgbClr val="3D4346"/>
      </a:dk2>
      <a:lt2>
        <a:srgbClr val="1977A4"/>
      </a:lt2>
      <a:accent1>
        <a:srgbClr val="77BEE0"/>
      </a:accent1>
      <a:accent2>
        <a:srgbClr val="CFE7EF"/>
      </a:accent2>
      <a:accent3>
        <a:srgbClr val="E6F3F9"/>
      </a:accent3>
      <a:accent4>
        <a:srgbClr val="F1F8FA"/>
      </a:accent4>
      <a:accent5>
        <a:srgbClr val="FFFFFF"/>
      </a:accent5>
      <a:accent6>
        <a:srgbClr val="FFFFFF"/>
      </a:accent6>
      <a:hlink>
        <a:srgbClr val="3D43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382</Words>
  <Application>Microsoft Macintosh PowerPoint</Application>
  <PresentationFormat>On-screen Show (16:9)</PresentationFormat>
  <Paragraphs>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Hind</vt:lpstr>
      <vt:lpstr>Arial</vt:lpstr>
      <vt:lpstr>Inter SemiBold</vt:lpstr>
      <vt:lpstr>DM Sans</vt:lpstr>
      <vt:lpstr>Inter</vt:lpstr>
      <vt:lpstr>Wix Madefor Display Medium</vt:lpstr>
      <vt:lpstr>Anaheim</vt:lpstr>
      <vt:lpstr>Inter Medium</vt:lpstr>
      <vt:lpstr>Financial Management in Healthcare - Master of Science in Health Administration by Slidesgo</vt:lpstr>
      <vt:lpstr>Norwegian FHIR Hackathon OKT Track Report EHiN, 2025 November -</vt:lpstr>
      <vt:lpstr>The OKT Track</vt:lpstr>
      <vt:lpstr>The Proprietary API</vt:lpstr>
      <vt:lpstr>Hackathon Preparations</vt:lpstr>
      <vt:lpstr>Discussions at the Hackathon</vt:lpstr>
      <vt:lpstr>Hackathon Achievements</vt:lpstr>
      <vt:lpstr>After the Hackathon</vt:lpstr>
      <vt:lpstr>Extending the OKT FHIR API</vt:lpstr>
      <vt:lpstr>Future of the OKT FHIR API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Ádám Zoltán Kövér</cp:lastModifiedBy>
  <cp:revision>23</cp:revision>
  <dcterms:modified xsi:type="dcterms:W3CDTF">2025-12-10T08:27:10Z</dcterms:modified>
</cp:coreProperties>
</file>